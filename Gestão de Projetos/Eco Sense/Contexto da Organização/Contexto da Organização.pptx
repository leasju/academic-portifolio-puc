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entury Gothic Paneuropean Bold" charset="1" panose="020B0702020202020204"/>
      <p:regular r:id="rId11"/>
    </p:embeddedFont>
    <p:embeddedFont>
      <p:font typeface="Open Sans" charset="1" panose="00000000000000000000"/>
      <p:regular r:id="rId12"/>
    </p:embeddedFont>
    <p:embeddedFont>
      <p:font typeface="Open Sans Bold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5314" y="338256"/>
            <a:ext cx="1486772" cy="690444"/>
          </a:xfrm>
          <a:custGeom>
            <a:avLst/>
            <a:gdLst/>
            <a:ahLst/>
            <a:cxnLst/>
            <a:rect r="r" b="b" t="t" l="l"/>
            <a:pathLst>
              <a:path h="690444" w="1486772">
                <a:moveTo>
                  <a:pt x="0" y="0"/>
                </a:moveTo>
                <a:lnTo>
                  <a:pt x="1486772" y="0"/>
                </a:lnTo>
                <a:lnTo>
                  <a:pt x="1486772" y="690444"/>
                </a:lnTo>
                <a:lnTo>
                  <a:pt x="0" y="6904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630" t="-99809" r="-13733" b="-9167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7766" y="4994927"/>
            <a:ext cx="12854049" cy="3384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49"/>
              </a:lnSpc>
              <a:spcBef>
                <a:spcPct val="0"/>
              </a:spcBef>
            </a:pPr>
            <a:r>
              <a:rPr lang="en-US" b="true" sz="19749">
                <a:solidFill>
                  <a:srgbClr val="1F202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 </a:t>
            </a:r>
            <a:r>
              <a:rPr lang="en-US" b="true" sz="19749">
                <a:solidFill>
                  <a:srgbClr val="405421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Sense</a:t>
            </a:r>
          </a:p>
        </p:txBody>
      </p:sp>
      <p:sp>
        <p:nvSpPr>
          <p:cNvPr name="AutoShape 5" id="5"/>
          <p:cNvSpPr/>
          <p:nvPr/>
        </p:nvSpPr>
        <p:spPr>
          <a:xfrm>
            <a:off x="645998" y="8223244"/>
            <a:ext cx="1239758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645998" y="8323074"/>
            <a:ext cx="14972881" cy="153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75"/>
              </a:lnSpc>
              <a:spcBef>
                <a:spcPct val="0"/>
              </a:spcBef>
            </a:pPr>
            <a:r>
              <a:rPr lang="en-US" b="true" sz="8982">
                <a:solidFill>
                  <a:srgbClr val="1F202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Contexto da Organização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6660" y="1407870"/>
            <a:ext cx="7749379" cy="1178815"/>
            <a:chOff x="0" y="0"/>
            <a:chExt cx="10332505" cy="1571753"/>
          </a:xfrm>
        </p:grpSpPr>
        <p:sp>
          <p:nvSpPr>
            <p:cNvPr name="AutoShape 3" id="3"/>
            <p:cNvSpPr/>
            <p:nvPr/>
          </p:nvSpPr>
          <p:spPr>
            <a:xfrm>
              <a:off x="0" y="1546353"/>
              <a:ext cx="1879116" cy="0"/>
            </a:xfrm>
            <a:prstGeom prst="line">
              <a:avLst/>
            </a:prstGeom>
            <a:ln cap="flat" w="50800">
              <a:solidFill>
                <a:srgbClr val="556D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-133350"/>
              <a:ext cx="10332505" cy="1449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100"/>
                </a:lnSpc>
                <a:spcBef>
                  <a:spcPct val="0"/>
                </a:spcBef>
              </a:pPr>
              <a:r>
                <a:rPr lang="en-US" b="true" sz="6500">
                  <a:solidFill>
                    <a:srgbClr val="1F2020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Logotipo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85314" y="338256"/>
            <a:ext cx="1486772" cy="690444"/>
          </a:xfrm>
          <a:custGeom>
            <a:avLst/>
            <a:gdLst/>
            <a:ahLst/>
            <a:cxnLst/>
            <a:rect r="r" b="b" t="t" l="l"/>
            <a:pathLst>
              <a:path h="690444" w="1486772">
                <a:moveTo>
                  <a:pt x="0" y="0"/>
                </a:moveTo>
                <a:lnTo>
                  <a:pt x="1486772" y="0"/>
                </a:lnTo>
                <a:lnTo>
                  <a:pt x="1486772" y="690444"/>
                </a:lnTo>
                <a:lnTo>
                  <a:pt x="0" y="690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630" t="-99809" r="-13733" b="-91676"/>
            </a:stretch>
          </a:blipFill>
        </p:spPr>
      </p:sp>
      <p:sp>
        <p:nvSpPr>
          <p:cNvPr name="AutoShape 6" id="6"/>
          <p:cNvSpPr/>
          <p:nvPr/>
        </p:nvSpPr>
        <p:spPr>
          <a:xfrm flipH="true" flipV="true">
            <a:off x="659539" y="1028700"/>
            <a:ext cx="0" cy="9258300"/>
          </a:xfrm>
          <a:prstGeom prst="line">
            <a:avLst/>
          </a:prstGeom>
          <a:ln cap="flat" w="38100">
            <a:solidFill>
              <a:srgbClr val="556D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979279" y="2865504"/>
            <a:ext cx="12329442" cy="5807746"/>
          </a:xfrm>
          <a:custGeom>
            <a:avLst/>
            <a:gdLst/>
            <a:ahLst/>
            <a:cxnLst/>
            <a:rect r="r" b="b" t="t" l="l"/>
            <a:pathLst>
              <a:path h="5807746" w="12329442">
                <a:moveTo>
                  <a:pt x="0" y="0"/>
                </a:moveTo>
                <a:lnTo>
                  <a:pt x="12329442" y="0"/>
                </a:lnTo>
                <a:lnTo>
                  <a:pt x="12329442" y="5807746"/>
                </a:lnTo>
                <a:lnTo>
                  <a:pt x="0" y="58077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993" t="-84337" r="-9286" b="-81624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6660" y="2675479"/>
            <a:ext cx="7749379" cy="1178815"/>
            <a:chOff x="0" y="0"/>
            <a:chExt cx="10332505" cy="1571753"/>
          </a:xfrm>
        </p:grpSpPr>
        <p:sp>
          <p:nvSpPr>
            <p:cNvPr name="AutoShape 3" id="3"/>
            <p:cNvSpPr/>
            <p:nvPr/>
          </p:nvSpPr>
          <p:spPr>
            <a:xfrm>
              <a:off x="0" y="1546353"/>
              <a:ext cx="1879116" cy="0"/>
            </a:xfrm>
            <a:prstGeom prst="line">
              <a:avLst/>
            </a:prstGeom>
            <a:ln cap="flat" w="50800">
              <a:solidFill>
                <a:srgbClr val="556D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-133350"/>
              <a:ext cx="10332505" cy="1449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100"/>
                </a:lnSpc>
                <a:spcBef>
                  <a:spcPct val="0"/>
                </a:spcBef>
              </a:pPr>
              <a:r>
                <a:rPr lang="en-US" b="true" sz="6500">
                  <a:solidFill>
                    <a:srgbClr val="1F2020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Sobre a Eco Sense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85314" y="338256"/>
            <a:ext cx="1486772" cy="690444"/>
          </a:xfrm>
          <a:custGeom>
            <a:avLst/>
            <a:gdLst/>
            <a:ahLst/>
            <a:cxnLst/>
            <a:rect r="r" b="b" t="t" l="l"/>
            <a:pathLst>
              <a:path h="690444" w="1486772">
                <a:moveTo>
                  <a:pt x="0" y="0"/>
                </a:moveTo>
                <a:lnTo>
                  <a:pt x="1486772" y="0"/>
                </a:lnTo>
                <a:lnTo>
                  <a:pt x="1486772" y="690444"/>
                </a:lnTo>
                <a:lnTo>
                  <a:pt x="0" y="690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630" t="-99809" r="-13733" b="-91676"/>
            </a:stretch>
          </a:blipFill>
        </p:spPr>
      </p:sp>
      <p:sp>
        <p:nvSpPr>
          <p:cNvPr name="AutoShape 6" id="6"/>
          <p:cNvSpPr/>
          <p:nvPr/>
        </p:nvSpPr>
        <p:spPr>
          <a:xfrm flipH="true" flipV="true">
            <a:off x="659539" y="1028700"/>
            <a:ext cx="0" cy="9258300"/>
          </a:xfrm>
          <a:prstGeom prst="line">
            <a:avLst/>
          </a:prstGeom>
          <a:ln cap="flat" w="38100">
            <a:solidFill>
              <a:srgbClr val="556D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1587619" y="-78856"/>
            <a:ext cx="6700381" cy="10444712"/>
          </a:xfrm>
          <a:custGeom>
            <a:avLst/>
            <a:gdLst/>
            <a:ahLst/>
            <a:cxnLst/>
            <a:rect r="r" b="b" t="t" l="l"/>
            <a:pathLst>
              <a:path h="10444712" w="6700381">
                <a:moveTo>
                  <a:pt x="0" y="0"/>
                </a:moveTo>
                <a:lnTo>
                  <a:pt x="6700381" y="0"/>
                </a:lnTo>
                <a:lnTo>
                  <a:pt x="6700381" y="10444712"/>
                </a:lnTo>
                <a:lnTo>
                  <a:pt x="0" y="104447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46660" y="4360328"/>
            <a:ext cx="8916415" cy="256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39"/>
              </a:lnSpc>
              <a:spcBef>
                <a:spcPct val="0"/>
              </a:spcBef>
            </a:pPr>
            <a:r>
              <a:rPr lang="en-US" sz="367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 Eco Sense é uma startup focada em inovação sustentável, que desenvolve soluções inteligentes para o cuidado de plantas domésticas.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6660" y="1407870"/>
            <a:ext cx="7749379" cy="1178815"/>
            <a:chOff x="0" y="0"/>
            <a:chExt cx="10332505" cy="1571753"/>
          </a:xfrm>
        </p:grpSpPr>
        <p:sp>
          <p:nvSpPr>
            <p:cNvPr name="AutoShape 3" id="3"/>
            <p:cNvSpPr/>
            <p:nvPr/>
          </p:nvSpPr>
          <p:spPr>
            <a:xfrm>
              <a:off x="0" y="1546353"/>
              <a:ext cx="1879116" cy="0"/>
            </a:xfrm>
            <a:prstGeom prst="line">
              <a:avLst/>
            </a:prstGeom>
            <a:ln cap="flat" w="50800">
              <a:solidFill>
                <a:srgbClr val="556D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-133350"/>
              <a:ext cx="10332505" cy="1449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100"/>
                </a:lnSpc>
                <a:spcBef>
                  <a:spcPct val="0"/>
                </a:spcBef>
              </a:pPr>
              <a:r>
                <a:rPr lang="en-US" b="true" sz="6500">
                  <a:solidFill>
                    <a:srgbClr val="1F2020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Missão 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85314" y="338256"/>
            <a:ext cx="1486772" cy="690444"/>
          </a:xfrm>
          <a:custGeom>
            <a:avLst/>
            <a:gdLst/>
            <a:ahLst/>
            <a:cxnLst/>
            <a:rect r="r" b="b" t="t" l="l"/>
            <a:pathLst>
              <a:path h="690444" w="1486772">
                <a:moveTo>
                  <a:pt x="0" y="0"/>
                </a:moveTo>
                <a:lnTo>
                  <a:pt x="1486772" y="0"/>
                </a:lnTo>
                <a:lnTo>
                  <a:pt x="1486772" y="690444"/>
                </a:lnTo>
                <a:lnTo>
                  <a:pt x="0" y="690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630" t="-99809" r="-13733" b="-91676"/>
            </a:stretch>
          </a:blipFill>
        </p:spPr>
      </p:sp>
      <p:sp>
        <p:nvSpPr>
          <p:cNvPr name="AutoShape 6" id="6"/>
          <p:cNvSpPr/>
          <p:nvPr/>
        </p:nvSpPr>
        <p:spPr>
          <a:xfrm flipH="true" flipV="true">
            <a:off x="659539" y="1028700"/>
            <a:ext cx="0" cy="9258300"/>
          </a:xfrm>
          <a:prstGeom prst="line">
            <a:avLst/>
          </a:prstGeom>
          <a:ln cap="flat" w="38100">
            <a:solidFill>
              <a:srgbClr val="556D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346660" y="3214605"/>
            <a:ext cx="15912640" cy="450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139"/>
              </a:lnSpc>
              <a:spcBef>
                <a:spcPct val="0"/>
              </a:spcBef>
            </a:pPr>
            <a:r>
              <a:rPr lang="en-US" sz="367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Auxiliar o cuidado de plantas menores, sobretudo domésticas. A ideia é proporcionar aos clientes, não somente auxílio no cuidado da planta, mas também </a:t>
            </a:r>
            <a:r>
              <a:rPr lang="en-US" b="true" sz="367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autonomia de tempo e espaço</a:t>
            </a:r>
            <a:r>
              <a:rPr lang="en-US" sz="367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, podendo dar continuidade em tal cuidado mesmo à distância. A proposta é ser o pontapé inicial de um desenvolvimento tecnológico no setor de plantas de pequeno porte, unindo </a:t>
            </a:r>
            <a:r>
              <a:rPr lang="en-US" b="true" sz="367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praticidade, inovação e estética</a:t>
            </a:r>
            <a:r>
              <a:rPr lang="en-US" sz="3671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 e com potencial para revolucionar o mercado.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6660" y="1408785"/>
            <a:ext cx="7749379" cy="1178815"/>
            <a:chOff x="0" y="0"/>
            <a:chExt cx="10332505" cy="1571753"/>
          </a:xfrm>
        </p:grpSpPr>
        <p:sp>
          <p:nvSpPr>
            <p:cNvPr name="AutoShape 3" id="3"/>
            <p:cNvSpPr/>
            <p:nvPr/>
          </p:nvSpPr>
          <p:spPr>
            <a:xfrm>
              <a:off x="0" y="1546353"/>
              <a:ext cx="1879116" cy="0"/>
            </a:xfrm>
            <a:prstGeom prst="line">
              <a:avLst/>
            </a:prstGeom>
            <a:ln cap="flat" w="50800">
              <a:solidFill>
                <a:srgbClr val="556D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" id="4"/>
            <p:cNvSpPr txBox="true"/>
            <p:nvPr/>
          </p:nvSpPr>
          <p:spPr>
            <a:xfrm rot="0">
              <a:off x="0" y="-133350"/>
              <a:ext cx="10332505" cy="1449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100"/>
                </a:lnSpc>
                <a:spcBef>
                  <a:spcPct val="0"/>
                </a:spcBef>
              </a:pPr>
              <a:r>
                <a:rPr lang="en-US" b="true" sz="6500">
                  <a:solidFill>
                    <a:srgbClr val="1F2020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Equipe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85314" y="338256"/>
            <a:ext cx="1486772" cy="690444"/>
          </a:xfrm>
          <a:custGeom>
            <a:avLst/>
            <a:gdLst/>
            <a:ahLst/>
            <a:cxnLst/>
            <a:rect r="r" b="b" t="t" l="l"/>
            <a:pathLst>
              <a:path h="690444" w="1486772">
                <a:moveTo>
                  <a:pt x="0" y="0"/>
                </a:moveTo>
                <a:lnTo>
                  <a:pt x="1486772" y="0"/>
                </a:lnTo>
                <a:lnTo>
                  <a:pt x="1486772" y="690444"/>
                </a:lnTo>
                <a:lnTo>
                  <a:pt x="0" y="6904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630" t="-99809" r="-13733" b="-91676"/>
            </a:stretch>
          </a:blipFill>
        </p:spPr>
      </p:sp>
      <p:sp>
        <p:nvSpPr>
          <p:cNvPr name="AutoShape 6" id="6"/>
          <p:cNvSpPr/>
          <p:nvPr/>
        </p:nvSpPr>
        <p:spPr>
          <a:xfrm flipH="true" flipV="true">
            <a:off x="659539" y="1028700"/>
            <a:ext cx="0" cy="9258300"/>
          </a:xfrm>
          <a:prstGeom prst="line">
            <a:avLst/>
          </a:prstGeom>
          <a:ln cap="flat" w="38100">
            <a:solidFill>
              <a:srgbClr val="556D3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385078" y="1028700"/>
            <a:ext cx="4874222" cy="4448835"/>
          </a:xfrm>
          <a:custGeom>
            <a:avLst/>
            <a:gdLst/>
            <a:ahLst/>
            <a:cxnLst/>
            <a:rect r="r" b="b" t="t" l="l"/>
            <a:pathLst>
              <a:path h="4448835" w="4874222">
                <a:moveTo>
                  <a:pt x="0" y="0"/>
                </a:moveTo>
                <a:lnTo>
                  <a:pt x="4874222" y="0"/>
                </a:lnTo>
                <a:lnTo>
                  <a:pt x="4874222" y="4448835"/>
                </a:lnTo>
                <a:lnTo>
                  <a:pt x="0" y="4448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46660" y="2901009"/>
            <a:ext cx="10441656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Nosso time é composto por 6 funcionários.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025052" y="6291576"/>
            <a:ext cx="7749379" cy="1178815"/>
            <a:chOff x="0" y="0"/>
            <a:chExt cx="10332505" cy="1571753"/>
          </a:xfrm>
        </p:grpSpPr>
        <p:sp>
          <p:nvSpPr>
            <p:cNvPr name="AutoShape 10" id="10"/>
            <p:cNvSpPr/>
            <p:nvPr/>
          </p:nvSpPr>
          <p:spPr>
            <a:xfrm>
              <a:off x="0" y="1546353"/>
              <a:ext cx="1879116" cy="0"/>
            </a:xfrm>
            <a:prstGeom prst="line">
              <a:avLst/>
            </a:prstGeom>
            <a:ln cap="flat" w="50800">
              <a:solidFill>
                <a:srgbClr val="556D3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-133350"/>
              <a:ext cx="10332505" cy="1449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100"/>
                </a:lnSpc>
                <a:spcBef>
                  <a:spcPct val="0"/>
                </a:spcBef>
              </a:pPr>
              <a:r>
                <a:rPr lang="en-US" b="true" sz="6500">
                  <a:solidFill>
                    <a:srgbClr val="1F2020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Tempo de Atuação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802200" y="7771211"/>
            <a:ext cx="11972230" cy="1944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179"/>
              </a:lnSpc>
            </a:pPr>
            <a:r>
              <a:rPr lang="en-US" sz="3699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A EcoSense foi criada em 2025 e está passando pelo estágio inicial no mercado.</a:t>
            </a:r>
          </a:p>
          <a:p>
            <a:pPr algn="r">
              <a:lnSpc>
                <a:spcPts val="5179"/>
              </a:lnSpc>
              <a:spcBef>
                <a:spcPct val="0"/>
              </a:spcBef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46660" y="5852789"/>
            <a:ext cx="2317676" cy="3862794"/>
          </a:xfrm>
          <a:custGeom>
            <a:avLst/>
            <a:gdLst/>
            <a:ahLst/>
            <a:cxnLst/>
            <a:rect r="r" b="b" t="t" l="l"/>
            <a:pathLst>
              <a:path h="3862794" w="2317676">
                <a:moveTo>
                  <a:pt x="0" y="0"/>
                </a:moveTo>
                <a:lnTo>
                  <a:pt x="2317676" y="0"/>
                </a:lnTo>
                <a:lnTo>
                  <a:pt x="2317676" y="3862794"/>
                </a:lnTo>
                <a:lnTo>
                  <a:pt x="0" y="38627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DAGyrAPRjLc</dc:identifier>
  <dcterms:modified xsi:type="dcterms:W3CDTF">2011-08-01T06:04:30Z</dcterms:modified>
  <cp:revision>1</cp:revision>
  <dc:title>Contexto da Organização</dc:title>
</cp:coreProperties>
</file>